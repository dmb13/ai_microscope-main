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54" y="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F96910-CE9F-7773-3761-35169110B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93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5D086-3792-9301-E015-00D7D6922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56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devis byaru</cp:lastModifiedBy>
  <cp:revision>4</cp:revision>
  <dcterms:created xsi:type="dcterms:W3CDTF">2006-08-16T00:00:00Z</dcterms:created>
  <dcterms:modified xsi:type="dcterms:W3CDTF">2026-06-01T10:18:38Z</dcterms:modified>
</cp:coreProperties>
</file>